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1분.
"오로라도 종류가 있습니다. 보통 이 순서로 커져요."
1 호: 지평선에 옅은 줄. 구름인 줄 알았던 게 이겁니다.
2 띠: 줄이 접히고 흐르기 시작. 투어 가이드가 "무빙"이라고 하는 단계.
3 커튼: 세로 주름, 흔들림. "댄싱". 여기서부터 탄성이 나옵니다.
4 코로나: 머리 바로 위에서 왕관처럼 퍼짐. 커튼 바로 밑에 서 있으면 보이는 모습.
5 폭발과 맥동: 하늘 전체가 터지고 나면 조각들이 깜빡거립니다. 끝난 게 아니라 쉬는 겁니다.
본인이 어디까지 봤는지 한 문장. 코로나를 봤으면 그날이 아주 좋은 날이었다는 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오로라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02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오로라에도 종류가 있습니다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이 순서로 커집니다. 조용한 호에서 시작해, 자정 무렵 하늘 전체가 터지고, 그 뒤엔 숨을 고르듯 깜빡입니다.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1940357" cy="4160520"/>
          </a:xfrm>
          <a:prstGeom prst="roundRect">
            <a:avLst>
              <a:gd name="adj" fmla="val 282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11680"/>
            <a:ext cx="1666037" cy="1417320"/>
          </a:xfrm>
          <a:prstGeom prst="roundRect">
            <a:avLst>
              <a:gd name="adj" fmla="val 387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1666037" cy="14173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 · 아크 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이 칸 삭제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566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A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657600"/>
            <a:ext cx="11173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402336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 · 아크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4361688"/>
            <a:ext cx="15745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709160"/>
            <a:ext cx="153802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지평선 위에 옅은 무지개처럼 걸린 한 줄. 구름으로 착각하기 쉽습니다.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53589" y="3977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27909" y="1874520"/>
            <a:ext cx="1940357" cy="4160520"/>
          </a:xfrm>
          <a:prstGeom prst="roundRect">
            <a:avLst>
              <a:gd name="adj" fmla="val 282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5069" y="2011680"/>
            <a:ext cx="1666037" cy="1417320"/>
          </a:xfrm>
          <a:prstGeom prst="roundRect">
            <a:avLst>
              <a:gd name="adj" fmla="val 387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065069" y="2011680"/>
            <a:ext cx="1666037" cy="14173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띠 · 밴드 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이 칸 삭제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129077" y="3566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A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567989" y="3657600"/>
            <a:ext cx="11173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움직임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129077" y="402336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띠 · 밴드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129077" y="4361688"/>
            <a:ext cx="15745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Band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129077" y="4709160"/>
            <a:ext cx="153802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호가 구불구불 접히며 천천히 흐릅니다. 투어에서 "무빙"이라 부르는 단계.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49978" y="3977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24298" y="1874520"/>
            <a:ext cx="1940357" cy="4160520"/>
          </a:xfrm>
          <a:prstGeom prst="roundRect">
            <a:avLst>
              <a:gd name="adj" fmla="val 282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61458" y="2011680"/>
            <a:ext cx="1666037" cy="1417320"/>
          </a:xfrm>
          <a:prstGeom prst="roundRect">
            <a:avLst>
              <a:gd name="adj" fmla="val 387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5261458" y="2011680"/>
            <a:ext cx="1666037" cy="14173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 · 레이 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이 칸 삭제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25466" y="3566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A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764378" y="3657600"/>
            <a:ext cx="11173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절정 전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325466" y="402336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 · 레이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325466" y="4361688"/>
            <a:ext cx="15745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Curtain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325466" y="4709160"/>
            <a:ext cx="153802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주름이 생기고 커튼이 흔들리듯 춤춥니다. "댄싱 오로라"가 이것입니다.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046366" y="3977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20686" y="1874520"/>
            <a:ext cx="1940357" cy="4160520"/>
          </a:xfrm>
          <a:prstGeom prst="roundRect">
            <a:avLst>
              <a:gd name="adj" fmla="val 282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7846" y="2011680"/>
            <a:ext cx="1666037" cy="1417320"/>
          </a:xfrm>
          <a:prstGeom prst="roundRect">
            <a:avLst>
              <a:gd name="adj" fmla="val 387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7457846" y="2011680"/>
            <a:ext cx="1666037" cy="14173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코로나 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이 칸 삭제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521854" y="3566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A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7960766" y="3657600"/>
            <a:ext cx="11173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절정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521854" y="402336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코로나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521854" y="4361688"/>
            <a:ext cx="15745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Corona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521854" y="4709160"/>
            <a:ext cx="153802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 바로 위에서 사방으로 퍼지는 왕관 모양. 커튼을 밑에서 올려다본 모습.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242755" y="3977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517075" y="1874520"/>
            <a:ext cx="1940357" cy="4160520"/>
          </a:xfrm>
          <a:prstGeom prst="roundRect">
            <a:avLst>
              <a:gd name="adj" fmla="val 282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54235" y="2011680"/>
            <a:ext cx="1666037" cy="1417320"/>
          </a:xfrm>
          <a:prstGeom prst="roundRect">
            <a:avLst>
              <a:gd name="adj" fmla="val 387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9654235" y="2011680"/>
            <a:ext cx="1666037" cy="14173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폭발 · 맥동 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이 칸 삭제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718243" y="3566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A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</p:txBody>
      </p:sp>
      <p:sp>
        <p:nvSpPr>
          <p:cNvPr id="45" name="Text 43"/>
          <p:cNvSpPr txBox="1"/>
          <p:nvPr/>
        </p:nvSpPr>
        <p:spPr>
          <a:xfrm>
            <a:off x="10157155" y="3657600"/>
            <a:ext cx="11173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9718243" y="402336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폭발 · 맥동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9718243" y="4361688"/>
            <a:ext cx="15745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Breakup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718243" y="4709160"/>
            <a:ext cx="153802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 전체가 한꺼번에 터진 뒤, 조각들이 10초 간격으로 켜졌다 꺼집니다.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73152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[호 → 띠 → 커튼]까지 봤습니다. 코로나는 [봤다 / 못 봤다].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885432" y="6172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자정 전후 1~2시간이 폭발이 가장 잦은 시간입니다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영하 40도에서 기다린 이유</dc:title>
  <dc:subject>PptxGenJS Presentation</dc:subject>
  <dc:creator>PptxGenJS</dc:creator>
  <cp:lastModifiedBy>PptxGenJS</cp:lastModifiedBy>
  <cp:revision>1</cp:revision>
  <dcterms:created xsi:type="dcterms:W3CDTF">2026-09-24T17:35:22Z</dcterms:created>
  <dcterms:modified xsi:type="dcterms:W3CDTF">2026-09-24T17:35:22Z</dcterms:modified>
</cp:coreProperties>
</file>